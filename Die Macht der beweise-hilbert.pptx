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5" r:id="rId6"/>
    <p:sldId id="276" r:id="rId7"/>
    <p:sldId id="277" r:id="rId8"/>
    <p:sldId id="278" r:id="rId9"/>
    <p:sldId id="279" r:id="rId10"/>
    <p:sldId id="280" r:id="rId11"/>
    <p:sldId id="274" r:id="rId12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67C1A3-3FD9-480F-AF90-6523E3DBB820}" v="2" dt="2023-05-09T20:31:08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 snapToObjects="1">
      <p:cViewPr varScale="1">
        <p:scale>
          <a:sx n="93" d="100"/>
          <a:sy n="93" d="100"/>
        </p:scale>
        <p:origin x="84" y="4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381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len Heiderich" userId="77feb0a0-54ce-4772-afe8-d7c7d3cbfe37" providerId="ADAL" clId="{DE67C1A3-3FD9-480F-AF90-6523E3DBB820}"/>
    <pc:docChg chg="undo custSel addSld delSld modSld">
      <pc:chgData name="Marielen Heiderich" userId="77feb0a0-54ce-4772-afe8-d7c7d3cbfe37" providerId="ADAL" clId="{DE67C1A3-3FD9-480F-AF90-6523E3DBB820}" dt="2023-05-09T20:51:34.231" v="1727" actId="478"/>
      <pc:docMkLst>
        <pc:docMk/>
      </pc:docMkLst>
      <pc:sldChg chg="modSp mod">
        <pc:chgData name="Marielen Heiderich" userId="77feb0a0-54ce-4772-afe8-d7c7d3cbfe37" providerId="ADAL" clId="{DE67C1A3-3FD9-480F-AF90-6523E3DBB820}" dt="2023-05-09T20:30:53.016" v="40" actId="14100"/>
        <pc:sldMkLst>
          <pc:docMk/>
          <pc:sldMk cId="3417721485" sldId="256"/>
        </pc:sldMkLst>
        <pc:spChg chg="mod">
          <ac:chgData name="Marielen Heiderich" userId="77feb0a0-54ce-4772-afe8-d7c7d3cbfe37" providerId="ADAL" clId="{DE67C1A3-3FD9-480F-AF90-6523E3DBB820}" dt="2023-05-09T20:30:53.016" v="40" actId="14100"/>
          <ac:spMkLst>
            <pc:docMk/>
            <pc:sldMk cId="3417721485" sldId="256"/>
            <ac:spMk id="2" creationId="{340C7600-5BA8-4A54-887F-74AF87750A31}"/>
          </ac:spMkLst>
        </pc:spChg>
      </pc:sldChg>
      <pc:sldChg chg="del">
        <pc:chgData name="Marielen Heiderich" userId="77feb0a0-54ce-4772-afe8-d7c7d3cbfe37" providerId="ADAL" clId="{DE67C1A3-3FD9-480F-AF90-6523E3DBB820}" dt="2023-05-09T20:29:30.557" v="6" actId="47"/>
        <pc:sldMkLst>
          <pc:docMk/>
          <pc:sldMk cId="2913824905" sldId="258"/>
        </pc:sldMkLst>
      </pc:sldChg>
      <pc:sldChg chg="del">
        <pc:chgData name="Marielen Heiderich" userId="77feb0a0-54ce-4772-afe8-d7c7d3cbfe37" providerId="ADAL" clId="{DE67C1A3-3FD9-480F-AF90-6523E3DBB820}" dt="2023-05-09T20:29:29.660" v="5" actId="47"/>
        <pc:sldMkLst>
          <pc:docMk/>
          <pc:sldMk cId="1429390259" sldId="260"/>
        </pc:sldMkLst>
      </pc:sldChg>
      <pc:sldChg chg="del">
        <pc:chgData name="Marielen Heiderich" userId="77feb0a0-54ce-4772-afe8-d7c7d3cbfe37" providerId="ADAL" clId="{DE67C1A3-3FD9-480F-AF90-6523E3DBB820}" dt="2023-05-09T20:29:27.049" v="4" actId="47"/>
        <pc:sldMkLst>
          <pc:docMk/>
          <pc:sldMk cId="1974828406" sldId="264"/>
        </pc:sldMkLst>
      </pc:sldChg>
      <pc:sldChg chg="modSp mod">
        <pc:chgData name="Marielen Heiderich" userId="77feb0a0-54ce-4772-afe8-d7c7d3cbfe37" providerId="ADAL" clId="{DE67C1A3-3FD9-480F-AF90-6523E3DBB820}" dt="2023-05-09T20:49:20.760" v="1696" actId="20577"/>
        <pc:sldMkLst>
          <pc:docMk/>
          <pc:sldMk cId="2939930866" sldId="274"/>
        </pc:sldMkLst>
        <pc:spChg chg="mod">
          <ac:chgData name="Marielen Heiderich" userId="77feb0a0-54ce-4772-afe8-d7c7d3cbfe37" providerId="ADAL" clId="{DE67C1A3-3FD9-480F-AF90-6523E3DBB820}" dt="2023-05-09T20:49:20.760" v="1696" actId="20577"/>
          <ac:spMkLst>
            <pc:docMk/>
            <pc:sldMk cId="2939930866" sldId="274"/>
            <ac:spMk id="3" creationId="{4B64FA72-B055-4AE3-A6FD-8071BD687CBE}"/>
          </ac:spMkLst>
        </pc:spChg>
      </pc:sldChg>
      <pc:sldChg chg="modSp new mod">
        <pc:chgData name="Marielen Heiderich" userId="77feb0a0-54ce-4772-afe8-d7c7d3cbfe37" providerId="ADAL" clId="{DE67C1A3-3FD9-480F-AF90-6523E3DBB820}" dt="2023-05-09T20:32:14.323" v="108" actId="20577"/>
        <pc:sldMkLst>
          <pc:docMk/>
          <pc:sldMk cId="3076933695" sldId="275"/>
        </pc:sldMkLst>
        <pc:spChg chg="mod">
          <ac:chgData name="Marielen Heiderich" userId="77feb0a0-54ce-4772-afe8-d7c7d3cbfe37" providerId="ADAL" clId="{DE67C1A3-3FD9-480F-AF90-6523E3DBB820}" dt="2023-05-09T20:30:15.124" v="30" actId="14100"/>
          <ac:spMkLst>
            <pc:docMk/>
            <pc:sldMk cId="3076933695" sldId="275"/>
            <ac:spMk id="2" creationId="{143A9A00-84F6-C029-CCE6-7ECD97644140}"/>
          </ac:spMkLst>
        </pc:spChg>
        <pc:spChg chg="mod">
          <ac:chgData name="Marielen Heiderich" userId="77feb0a0-54ce-4772-afe8-d7c7d3cbfe37" providerId="ADAL" clId="{DE67C1A3-3FD9-480F-AF90-6523E3DBB820}" dt="2023-05-09T20:32:14.323" v="108" actId="20577"/>
          <ac:spMkLst>
            <pc:docMk/>
            <pc:sldMk cId="3076933695" sldId="275"/>
            <ac:spMk id="3" creationId="{3A410AFA-CA7D-7A04-4784-3029AC7AAF7E}"/>
          </ac:spMkLst>
        </pc:spChg>
      </pc:sldChg>
      <pc:sldChg chg="modSp new mod">
        <pc:chgData name="Marielen Heiderich" userId="77feb0a0-54ce-4772-afe8-d7c7d3cbfe37" providerId="ADAL" clId="{DE67C1A3-3FD9-480F-AF90-6523E3DBB820}" dt="2023-05-09T20:37:25.164" v="524" actId="313"/>
        <pc:sldMkLst>
          <pc:docMk/>
          <pc:sldMk cId="184833346" sldId="276"/>
        </pc:sldMkLst>
        <pc:spChg chg="mod">
          <ac:chgData name="Marielen Heiderich" userId="77feb0a0-54ce-4772-afe8-d7c7d3cbfe37" providerId="ADAL" clId="{DE67C1A3-3FD9-480F-AF90-6523E3DBB820}" dt="2023-05-09T20:37:25.164" v="524" actId="313"/>
          <ac:spMkLst>
            <pc:docMk/>
            <pc:sldMk cId="184833346" sldId="276"/>
            <ac:spMk id="2" creationId="{86D58B29-D5B5-98D1-3121-75F54D2034FE}"/>
          </ac:spMkLst>
        </pc:spChg>
        <pc:spChg chg="mod">
          <ac:chgData name="Marielen Heiderich" userId="77feb0a0-54ce-4772-afe8-d7c7d3cbfe37" providerId="ADAL" clId="{DE67C1A3-3FD9-480F-AF90-6523E3DBB820}" dt="2023-05-09T20:37:18.570" v="523" actId="20577"/>
          <ac:spMkLst>
            <pc:docMk/>
            <pc:sldMk cId="184833346" sldId="276"/>
            <ac:spMk id="3" creationId="{402EBCF1-70DA-BCE4-7E73-ECFDDD2300C6}"/>
          </ac:spMkLst>
        </pc:spChg>
      </pc:sldChg>
      <pc:sldChg chg="modSp new mod">
        <pc:chgData name="Marielen Heiderich" userId="77feb0a0-54ce-4772-afe8-d7c7d3cbfe37" providerId="ADAL" clId="{DE67C1A3-3FD9-480F-AF90-6523E3DBB820}" dt="2023-05-09T20:40:12.849" v="873" actId="20577"/>
        <pc:sldMkLst>
          <pc:docMk/>
          <pc:sldMk cId="3728584808" sldId="277"/>
        </pc:sldMkLst>
        <pc:spChg chg="mod">
          <ac:chgData name="Marielen Heiderich" userId="77feb0a0-54ce-4772-afe8-d7c7d3cbfe37" providerId="ADAL" clId="{DE67C1A3-3FD9-480F-AF90-6523E3DBB820}" dt="2023-05-09T20:37:50.441" v="560" actId="20577"/>
          <ac:spMkLst>
            <pc:docMk/>
            <pc:sldMk cId="3728584808" sldId="277"/>
            <ac:spMk id="2" creationId="{5C40A71B-BD6A-AA7A-70C8-02E549A341A7}"/>
          </ac:spMkLst>
        </pc:spChg>
        <pc:spChg chg="mod">
          <ac:chgData name="Marielen Heiderich" userId="77feb0a0-54ce-4772-afe8-d7c7d3cbfe37" providerId="ADAL" clId="{DE67C1A3-3FD9-480F-AF90-6523E3DBB820}" dt="2023-05-09T20:40:12.849" v="873" actId="20577"/>
          <ac:spMkLst>
            <pc:docMk/>
            <pc:sldMk cId="3728584808" sldId="277"/>
            <ac:spMk id="3" creationId="{A4065910-88D8-061A-48BC-3683B34F76DD}"/>
          </ac:spMkLst>
        </pc:spChg>
      </pc:sldChg>
      <pc:sldChg chg="modSp new mod">
        <pc:chgData name="Marielen Heiderich" userId="77feb0a0-54ce-4772-afe8-d7c7d3cbfe37" providerId="ADAL" clId="{DE67C1A3-3FD9-480F-AF90-6523E3DBB820}" dt="2023-05-09T20:48:52.448" v="1673" actId="20577"/>
        <pc:sldMkLst>
          <pc:docMk/>
          <pc:sldMk cId="3074073237" sldId="278"/>
        </pc:sldMkLst>
        <pc:spChg chg="mod">
          <ac:chgData name="Marielen Heiderich" userId="77feb0a0-54ce-4772-afe8-d7c7d3cbfe37" providerId="ADAL" clId="{DE67C1A3-3FD9-480F-AF90-6523E3DBB820}" dt="2023-05-09T20:41:39.409" v="907" actId="20577"/>
          <ac:spMkLst>
            <pc:docMk/>
            <pc:sldMk cId="3074073237" sldId="278"/>
            <ac:spMk id="2" creationId="{A969D541-62DE-A4AC-C188-717842466FC3}"/>
          </ac:spMkLst>
        </pc:spChg>
        <pc:spChg chg="mod">
          <ac:chgData name="Marielen Heiderich" userId="77feb0a0-54ce-4772-afe8-d7c7d3cbfe37" providerId="ADAL" clId="{DE67C1A3-3FD9-480F-AF90-6523E3DBB820}" dt="2023-05-09T20:48:52.448" v="1673" actId="20577"/>
          <ac:spMkLst>
            <pc:docMk/>
            <pc:sldMk cId="3074073237" sldId="278"/>
            <ac:spMk id="3" creationId="{58C4DED7-C2A7-0680-F31A-B6E66614D8B7}"/>
          </ac:spMkLst>
        </pc:spChg>
      </pc:sldChg>
      <pc:sldChg chg="addSp delSp modSp new mod modClrScheme chgLayout">
        <pc:chgData name="Marielen Heiderich" userId="77feb0a0-54ce-4772-afe8-d7c7d3cbfe37" providerId="ADAL" clId="{DE67C1A3-3FD9-480F-AF90-6523E3DBB820}" dt="2023-05-09T20:50:57.127" v="1716" actId="478"/>
        <pc:sldMkLst>
          <pc:docMk/>
          <pc:sldMk cId="2728990282" sldId="279"/>
        </pc:sldMkLst>
        <pc:spChg chg="del mod ord">
          <ac:chgData name="Marielen Heiderich" userId="77feb0a0-54ce-4772-afe8-d7c7d3cbfe37" providerId="ADAL" clId="{DE67C1A3-3FD9-480F-AF90-6523E3DBB820}" dt="2023-05-09T20:50:25.935" v="1698" actId="700"/>
          <ac:spMkLst>
            <pc:docMk/>
            <pc:sldMk cId="2728990282" sldId="279"/>
            <ac:spMk id="2" creationId="{1022BA01-32E8-547E-B1A5-B7F159001F29}"/>
          </ac:spMkLst>
        </pc:spChg>
        <pc:spChg chg="del mod ord">
          <ac:chgData name="Marielen Heiderich" userId="77feb0a0-54ce-4772-afe8-d7c7d3cbfe37" providerId="ADAL" clId="{DE67C1A3-3FD9-480F-AF90-6523E3DBB820}" dt="2023-05-09T20:50:25.935" v="1698" actId="700"/>
          <ac:spMkLst>
            <pc:docMk/>
            <pc:sldMk cId="2728990282" sldId="279"/>
            <ac:spMk id="3" creationId="{DFF440B1-AAFC-87F3-A3C6-159E12D22D6E}"/>
          </ac:spMkLst>
        </pc:spChg>
        <pc:spChg chg="add mod ord">
          <ac:chgData name="Marielen Heiderich" userId="77feb0a0-54ce-4772-afe8-d7c7d3cbfe37" providerId="ADAL" clId="{DE67C1A3-3FD9-480F-AF90-6523E3DBB820}" dt="2023-05-09T20:50:29.883" v="1702"/>
          <ac:spMkLst>
            <pc:docMk/>
            <pc:sldMk cId="2728990282" sldId="279"/>
            <ac:spMk id="4" creationId="{841A553E-6E41-0F9B-08F2-BFE8EA97FCC2}"/>
          </ac:spMkLst>
        </pc:spChg>
        <pc:spChg chg="add del mod ord">
          <ac:chgData name="Marielen Heiderich" userId="77feb0a0-54ce-4772-afe8-d7c7d3cbfe37" providerId="ADAL" clId="{DE67C1A3-3FD9-480F-AF90-6523E3DBB820}" dt="2023-05-09T20:50:57.127" v="1716" actId="478"/>
          <ac:spMkLst>
            <pc:docMk/>
            <pc:sldMk cId="2728990282" sldId="279"/>
            <ac:spMk id="5" creationId="{6512F57A-B50F-7F23-3211-763E725143C2}"/>
          </ac:spMkLst>
        </pc:spChg>
        <pc:spChg chg="add mod ord">
          <ac:chgData name="Marielen Heiderich" userId="77feb0a0-54ce-4772-afe8-d7c7d3cbfe37" providerId="ADAL" clId="{DE67C1A3-3FD9-480F-AF90-6523E3DBB820}" dt="2023-05-09T20:50:49.359" v="1715" actId="20577"/>
          <ac:spMkLst>
            <pc:docMk/>
            <pc:sldMk cId="2728990282" sldId="279"/>
            <ac:spMk id="6" creationId="{CB20DB58-B3D9-E270-A45A-78E68FB35B95}"/>
          </ac:spMkLst>
        </pc:spChg>
      </pc:sldChg>
      <pc:sldChg chg="delSp modSp new mod">
        <pc:chgData name="Marielen Heiderich" userId="77feb0a0-54ce-4772-afe8-d7c7d3cbfe37" providerId="ADAL" clId="{DE67C1A3-3FD9-480F-AF90-6523E3DBB820}" dt="2023-05-09T20:51:34.231" v="1727" actId="478"/>
        <pc:sldMkLst>
          <pc:docMk/>
          <pc:sldMk cId="3372580035" sldId="280"/>
        </pc:sldMkLst>
        <pc:spChg chg="mod">
          <ac:chgData name="Marielen Heiderich" userId="77feb0a0-54ce-4772-afe8-d7c7d3cbfe37" providerId="ADAL" clId="{DE67C1A3-3FD9-480F-AF90-6523E3DBB820}" dt="2023-05-09T20:51:20.958" v="1719" actId="27636"/>
          <ac:spMkLst>
            <pc:docMk/>
            <pc:sldMk cId="3372580035" sldId="280"/>
            <ac:spMk id="2" creationId="{E3B5678B-9BB4-0C62-E1DB-011FD6E60001}"/>
          </ac:spMkLst>
        </pc:spChg>
        <pc:spChg chg="mod">
          <ac:chgData name="Marielen Heiderich" userId="77feb0a0-54ce-4772-afe8-d7c7d3cbfe37" providerId="ADAL" clId="{DE67C1A3-3FD9-480F-AF90-6523E3DBB820}" dt="2023-05-09T20:51:30.471" v="1726" actId="20577"/>
          <ac:spMkLst>
            <pc:docMk/>
            <pc:sldMk cId="3372580035" sldId="280"/>
            <ac:spMk id="3" creationId="{0B30BD12-0E48-6C34-79F3-5DC4725679F5}"/>
          </ac:spMkLst>
        </pc:spChg>
        <pc:spChg chg="del">
          <ac:chgData name="Marielen Heiderich" userId="77feb0a0-54ce-4772-afe8-d7c7d3cbfe37" providerId="ADAL" clId="{DE67C1A3-3FD9-480F-AF90-6523E3DBB820}" dt="2023-05-09T20:51:34.231" v="1727" actId="478"/>
          <ac:spMkLst>
            <pc:docMk/>
            <pc:sldMk cId="3372580035" sldId="280"/>
            <ac:spMk id="4" creationId="{A087FCC1-CCC0-B97E-EFD1-8AC46EC1610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1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3F8453D-18C9-49CF-94A8-FF8E4049F583}" type="datetime1">
              <a:rPr lang="de-DE" noProof="1" dirty="0" smtClean="0"/>
              <a:t>09.05.2023</a:t>
            </a:fld>
            <a:endParaRPr lang="de-DE" noProof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1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EC605DA-80A8-4B7B-B889-6C5700BB4CEA}" type="slidenum">
              <a:rPr lang="de-DE" noProof="1" dirty="0" smtClean="0"/>
              <a:t>‹Nr.›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1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10F377-7309-411F-BB1D-9E89705FBB60}" type="datetime1">
              <a:rPr lang="de-DE" noProof="1" dirty="0" smtClean="0"/>
              <a:t>09.05.2023</a:t>
            </a:fld>
            <a:endParaRPr lang="de-DE" noProof="1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1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1"/>
              <a:t>Textmasterformat durch Klicken bearbeiten</a:t>
            </a:r>
          </a:p>
          <a:p>
            <a:pPr lvl="1" rtl="0"/>
            <a:r>
              <a:rPr lang="de-DE" noProof="1"/>
              <a:t>Zweite Ebene</a:t>
            </a:r>
          </a:p>
          <a:p>
            <a:pPr lvl="2" rtl="0"/>
            <a:r>
              <a:rPr lang="de-DE" noProof="1"/>
              <a:t>Dritte Ebene</a:t>
            </a:r>
          </a:p>
          <a:p>
            <a:pPr lvl="3" rtl="0"/>
            <a:r>
              <a:rPr lang="de-DE" noProof="1"/>
              <a:t>Vierte Ebene</a:t>
            </a:r>
          </a:p>
          <a:p>
            <a:pPr lvl="4" rtl="0"/>
            <a:r>
              <a:rPr lang="de-DE" noProof="1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1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3544625-0ADF-4414-89A2-9E135F0C849F}" type="slidenum">
              <a:rPr lang="de-DE" noProof="1" dirty="0" smtClean="0"/>
              <a:t>‹Nr.›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de-DE" noProof="1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1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6DA1951C-9761-456D-A1F5-4851F1B7E843}" type="datetime1">
              <a:rPr lang="de-DE" noProof="1" dirty="0" smtClean="0"/>
              <a:t>09.05.2023</a:t>
            </a:fld>
            <a:endParaRPr lang="de-DE" noProof="1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de-DE" noProof="1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69E57DC2-970A-4B3E-BB1C-7A09969E49DF}" type="slidenum">
              <a:rPr lang="de-DE" noProof="1" dirty="0" smtClean="0"/>
              <a:pPr/>
              <a:t>‹Nr.›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1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de-DE" noProof="1"/>
              <a:t>Textmasterformat durch Klicken bearbeiten</a:t>
            </a:r>
          </a:p>
          <a:p>
            <a:pPr lvl="1" rtl="0"/>
            <a:r>
              <a:rPr lang="de-DE" noProof="1"/>
              <a:t>Zweite Ebene</a:t>
            </a:r>
          </a:p>
          <a:p>
            <a:pPr lvl="2" rtl="0"/>
            <a:r>
              <a:rPr lang="de-DE" noProof="1"/>
              <a:t>Dritte Ebene</a:t>
            </a:r>
          </a:p>
          <a:p>
            <a:pPr lvl="3" rtl="0"/>
            <a:r>
              <a:rPr lang="de-DE" noProof="1"/>
              <a:t>Vierte Ebene</a:t>
            </a:r>
          </a:p>
          <a:p>
            <a:pPr lvl="4" rtl="0"/>
            <a:r>
              <a:rPr lang="de-DE" noProof="1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F5FC8B-9BB0-417C-AB36-F731E597B1A3}" type="datetime1">
              <a:rPr lang="de-DE" noProof="1" dirty="0" smtClean="0"/>
              <a:t>09.05.2023</a:t>
            </a:fld>
            <a:endParaRPr lang="de-DE" noProof="1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1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1" dirty="0" smtClean="0"/>
              <a:t>‹Nr.›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de-DE" noProof="1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1"/>
              <a:t>Textmasterformat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54104E6-148B-4582-A507-C8BF9B827969}" type="datetime1">
              <a:rPr lang="de-DE" noProof="1" dirty="0" smtClean="0"/>
              <a:t>09.05.2023</a:t>
            </a:fld>
            <a:endParaRPr lang="de-DE" noProof="1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1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1" dirty="0" smtClean="0"/>
              <a:pPr/>
              <a:t>‹Nr.›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F9255A-1114-46F6-A4C3-07A1A78D06E9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53C8D8-C3AF-466E-AE1E-9617A1209A14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63668B-C2F5-4757-B0C3-1822624EB371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F621E1-6562-493F-A610-67A3D321B934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45CD3E-B875-45E6-8DB0-C0EA09228128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4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38E951-08DC-49AF-A7B7-952FB5D4CB57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D33EBB-61DF-4233-84D5-58AC50915A0C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D6D1C1-6A21-43C9-8290-E8F81B446F02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DC84D6-893C-4A3D-8830-0C3C1017C633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ten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90C6B8-3902-44C8-9ABC-1495D6A3149C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tenkarte mit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de-DE" noProof="0"/>
              <a:t>Textmasterformat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75F4B5-0707-41C0-91ED-137429D73A04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de-DE" noProof="0"/>
              <a:t>Titelmasterformat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de-DE" noProof="0"/>
              <a:t>Textmasterformat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7A91D9-FF42-4586-AC75-06ECAEB29FF1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0C5086-4618-4248-B202-F1DC6D2CC3AD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646231-497C-4BA8-8B5A-A1742B8B726B}" type="datetime1">
              <a:rPr lang="de-DE" noProof="0" smtClean="0"/>
              <a:t>09.05.2023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1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de-DE" noProof="1"/>
              <a:t>Textmasterformat durch Klicken bearbeiten</a:t>
            </a:r>
          </a:p>
          <a:p>
            <a:pPr lvl="1" rtl="0"/>
            <a:r>
              <a:rPr lang="de-DE" noProof="1"/>
              <a:t>Zweite Ebene</a:t>
            </a:r>
          </a:p>
          <a:p>
            <a:pPr lvl="2" rtl="0"/>
            <a:r>
              <a:rPr lang="de-DE" noProof="1"/>
              <a:t>Dritte Ebene</a:t>
            </a:r>
          </a:p>
          <a:p>
            <a:pPr lvl="3" rtl="0"/>
            <a:r>
              <a:rPr lang="de-DE" noProof="1"/>
              <a:t>Vierte Ebene</a:t>
            </a:r>
          </a:p>
          <a:p>
            <a:pPr lvl="4" rtl="0"/>
            <a:r>
              <a:rPr lang="de-DE" noProof="1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EFB5B79C-1803-4681-A261-3BE9F4FEB96C}" type="datetime1">
              <a:rPr lang="de-DE" noProof="1" dirty="0" smtClean="0"/>
              <a:t>09.05.2023</a:t>
            </a:fld>
            <a:endParaRPr lang="de-DE" noProof="1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de-DE" noProof="1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69E57DC2-970A-4B3E-BB1C-7A09969E49DF}" type="slidenum">
              <a:rPr lang="de-DE" noProof="1" dirty="0" smtClean="0"/>
              <a:pPr/>
              <a:t>‹Nr.›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Nachthimmel mit weit entfernten Bergen am Horizont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54817"/>
            <a:ext cx="7197726" cy="2421464"/>
          </a:xfrm>
        </p:spPr>
        <p:txBody>
          <a:bodyPr rtlCol="0">
            <a:normAutofit/>
          </a:bodyPr>
          <a:lstStyle/>
          <a:p>
            <a:pPr rtl="0"/>
            <a:r>
              <a:rPr lang="de-DE" b="1" dirty="0"/>
              <a:t>Die Macht der beweise - david hilbert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76282"/>
            <a:ext cx="7197726" cy="1405467"/>
          </a:xfrm>
        </p:spPr>
        <p:txBody>
          <a:bodyPr rtlCol="0">
            <a:normAutofit/>
          </a:bodyPr>
          <a:lstStyle/>
          <a:p>
            <a:pPr rtl="0"/>
            <a:r>
              <a:rPr lang="de-D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Heiderich, Valentin</a:t>
            </a: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3A9A00-84F6-C029-CCE6-7ECD97644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47" y="609600"/>
            <a:ext cx="10159680" cy="1456267"/>
          </a:xfrm>
        </p:spPr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410AFA-CA7D-7A04-4784-3029AC7AA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Biographie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Seine Kritik an der bisherigen Mathematik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Seine Vision</a:t>
            </a:r>
          </a:p>
        </p:txBody>
      </p:sp>
    </p:spTree>
    <p:extLst>
      <p:ext uri="{BB962C8B-B14F-4D97-AF65-F5344CB8AC3E}">
        <p14:creationId xmlns:p14="http://schemas.microsoft.com/office/powerpoint/2010/main" val="307693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D58B29-D5B5-98D1-3121-75F54D20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David Hilbert - Kurzbiografie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2EBCF1-70DA-BCE4-7E73-ECFDDD230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Geboren 1862 in Königsberg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War mit Einstein befreundet und half ihm bei der allgemeinen Relativitätstheorie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Pazifist und Kriegsgegner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Setzt sich für die Gleichheit von Mann und Frau ein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Begründete die Mathematische Physik </a:t>
            </a:r>
            <a:r>
              <a:rPr lang="de-DE" dirty="0">
                <a:sym typeface="Wingdings" panose="05000000000000000000" pitchFamily="2" charset="2"/>
              </a:rPr>
              <a:t> Quantenmechanik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ym typeface="Wingdings" panose="05000000000000000000" pitchFamily="2" charset="2"/>
              </a:rPr>
              <a:t>Erkenntnis hat keine Grenzen (Wir müssen Wissen wir werden Wissen)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ym typeface="Wingdings" panose="05000000000000000000" pitchFamily="2" charset="2"/>
              </a:rPr>
              <a:t>Gestorben 1943 in Göttingen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833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40A71B-BD6A-AA7A-70C8-02E549A3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Kritik an der bisherigen </a:t>
            </a:r>
            <a:r>
              <a:rPr lang="de-DE" dirty="0" err="1"/>
              <a:t>mathematik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065910-88D8-061A-48BC-3683B34F7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Wenig wird „richtig“ bewiesen viele Beweise nehmen zu viel als Selbstverständlich an.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Zu oft wird passendes als richtig angesehen.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Mathematik durch Probleme und Paradoxen gefährdet</a:t>
            </a:r>
          </a:p>
        </p:txBody>
      </p:sp>
    </p:spTree>
    <p:extLst>
      <p:ext uri="{BB962C8B-B14F-4D97-AF65-F5344CB8AC3E}">
        <p14:creationId xmlns:p14="http://schemas.microsoft.com/office/powerpoint/2010/main" val="3728584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9D541-62DE-A4AC-C188-717842466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Hilberts Vision der Mathematik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C4DED7-C2A7-0680-F31A-B6E66614D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Einigung auf grundlegende Aussagen, mithilfe derer alles logisch geschlussfolgert werden kann.               </a:t>
            </a:r>
            <a:r>
              <a:rPr lang="de-DE" dirty="0">
                <a:sym typeface="Wingdings" panose="05000000000000000000" pitchFamily="2" charset="2"/>
              </a:rPr>
              <a:t> Reduzierung der Mathematik auf Logisches Konzept                                                                                     Mathematik vollständig auf Axiomen System aufbauen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ym typeface="Wingdings" panose="05000000000000000000" pitchFamily="2" charset="2"/>
              </a:rPr>
              <a:t>Keine Begründungen die sich auf Anschaulichkeit Beziehen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ym typeface="Wingdings" panose="05000000000000000000" pitchFamily="2" charset="2"/>
              </a:rPr>
              <a:t>Keine Begründungen die sich auf Beschreibungen beziehen</a:t>
            </a:r>
          </a:p>
        </p:txBody>
      </p:sp>
    </p:spTree>
    <p:extLst>
      <p:ext uri="{BB962C8B-B14F-4D97-AF65-F5344CB8AC3E}">
        <p14:creationId xmlns:p14="http://schemas.microsoft.com/office/powerpoint/2010/main" val="307407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41A553E-6E41-0F9B-08F2-BFE8EA97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„Das ist es aber, was ich verlange: es soll in mathematischen Angelegenheiten prinzipiell keine Zweifel, es soll keine Halbwahrheiten und auch nicht Wahrheiten von prinzipiell verschiedener Art geben können […].“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B20DB58-B3D9-E270-A45A-78E68FB35B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Hilbert</a:t>
            </a:r>
          </a:p>
        </p:txBody>
      </p:sp>
    </p:spTree>
    <p:extLst>
      <p:ext uri="{BB962C8B-B14F-4D97-AF65-F5344CB8AC3E}">
        <p14:creationId xmlns:p14="http://schemas.microsoft.com/office/powerpoint/2010/main" val="2728990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5678B-9BB4-0C62-E1DB-011FD6E60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„Das Ziel, die Mathematik sicher zu begründen, ist auch das meinige; ich möchte der Mathematik den alten Ruf der unanfechtbaren Wahrheit, der ihr durch die Paradoxien der Mengenlehre verlorenzugehen scheint, wiederherstellen; aber ich glaube, dass dies bei voller Erhaltung ihres Besitzstandes möglich ist.“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30BD12-0E48-6C34-79F3-5DC4725679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Hilbert</a:t>
            </a:r>
          </a:p>
        </p:txBody>
      </p:sp>
    </p:spTree>
    <p:extLst>
      <p:ext uri="{BB962C8B-B14F-4D97-AF65-F5344CB8AC3E}">
        <p14:creationId xmlns:p14="http://schemas.microsoft.com/office/powerpoint/2010/main" val="337258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helle Punkte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73867"/>
            <a:ext cx="7197726" cy="2421464"/>
          </a:xfrm>
        </p:spPr>
        <p:txBody>
          <a:bodyPr rtlCol="0">
            <a:normAutofit/>
          </a:bodyPr>
          <a:lstStyle/>
          <a:p>
            <a:pPr rtl="0"/>
            <a:r>
              <a:rPr lang="de-DE" dirty="0"/>
              <a:t>Vielen Dank!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B64FA72-B055-4AE3-A6FD-8071BD68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95332"/>
            <a:ext cx="7197726" cy="1405467"/>
          </a:xfrm>
        </p:spPr>
        <p:txBody>
          <a:bodyPr rtlCol="0">
            <a:normAutofit/>
          </a:bodyPr>
          <a:lstStyle/>
          <a:p>
            <a:pPr rtl="0"/>
            <a:r>
              <a:rPr lang="de-D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Heiderich, Valentin</a:t>
            </a: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immlisch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441_TF22566005_Win32" id="{F4A6FB84-F27C-409A-913D-C068595715B2}" vid="{D31D8B62-1442-4B02-843B-2648591C408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ad260b2-1665-4550-8484-5b1fa4dc953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AB4AA48B07E748879AFD5B51075964" ma:contentTypeVersion="4" ma:contentTypeDescription="Create a new document." ma:contentTypeScope="" ma:versionID="923c2141c9f6d4b5155a989aa49632a3">
  <xsd:schema xmlns:xsd="http://www.w3.org/2001/XMLSchema" xmlns:xs="http://www.w3.org/2001/XMLSchema" xmlns:p="http://schemas.microsoft.com/office/2006/metadata/properties" xmlns:ns3="7ad260b2-1665-4550-8484-5b1fa4dc953c" targetNamespace="http://schemas.microsoft.com/office/2006/metadata/properties" ma:root="true" ma:fieldsID="722ff019563e027214d4cbd53bff4a9f" ns3:_="">
    <xsd:import namespace="7ad260b2-1665-4550-8484-5b1fa4dc953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d260b2-1665-4550-8484-5b1fa4dc95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08B90B-70ED-4539-9C14-FB2728D9064F}">
  <ds:schemaRefs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7ad260b2-1665-4550-8484-5b1fa4dc953c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3DCA81F-56E4-4DBC-B608-510E150534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d260b2-1665-4550-8484-5b1fa4dc95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Zukunftsorientiertes Design</Template>
  <TotalTime>0</TotalTime>
  <Words>249</Words>
  <Application>Microsoft Office PowerPoint</Application>
  <PresentationFormat>Breitbild</PresentationFormat>
  <Paragraphs>30</Paragraphs>
  <Slides>8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Himmlisch</vt:lpstr>
      <vt:lpstr>Die Macht der beweise - david hilbert</vt:lpstr>
      <vt:lpstr>Inhaltsverzeichnis</vt:lpstr>
      <vt:lpstr>David Hilbert - Kurzbiografie</vt:lpstr>
      <vt:lpstr>Kritik an der bisherigen mathematik</vt:lpstr>
      <vt:lpstr>Hilberts Vision der Mathematik</vt:lpstr>
      <vt:lpstr>„Das ist es aber, was ich verlange: es soll in mathematischen Angelegenheiten prinzipiell keine Zweifel, es soll keine Halbwahrheiten und auch nicht Wahrheiten von prinzipiell verschiedener Art geben können […].“ </vt:lpstr>
      <vt:lpstr>„Das Ziel, die Mathematik sicher zu begründen, ist auch das meinige; ich möchte der Mathematik den alten Ruf der unanfechtbaren Wahrheit, der ihr durch die Paradoxien der Mengenlehre verlorenzugehen scheint, wiederherstellen; aber ich glaube, dass dies bei voller Erhaltung ihres Besitzstandes möglich ist.“ </vt:lpstr>
      <vt:lpstr>Vielen Dank!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Macht der beweise-hilbert</dc:title>
  <dc:creator>Marielen Heiderich</dc:creator>
  <cp:lastModifiedBy>Marielen Heiderich</cp:lastModifiedBy>
  <cp:revision>1</cp:revision>
  <dcterms:created xsi:type="dcterms:W3CDTF">2023-05-09T20:27:41Z</dcterms:created>
  <dcterms:modified xsi:type="dcterms:W3CDTF">2023-05-09T20:51:36Z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0x01010040AB4AA48B07E748879AFD5B51075964</vt:lpwstr>
  </property>
</Properties>
</file>